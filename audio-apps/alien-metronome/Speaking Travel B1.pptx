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2D3EE"/>
                </a:solidFill>
              </a:defRPr>
            </a:pPr>
            <a:r>
              <a:t>🌍 Speaking: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B1 Level · English for Professionals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Lesson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Talk about past, present and dream travel experiences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Compare different types of holidays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Describe problems while travelling and give advice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Use travel vocabulary and useful phrases confidently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Today you will practise speaking about travel in pairs and small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Warm-Up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Do you prefer city breaks or beach holidays? Why?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What is the most beautiful place you have ever visited?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Would you rather travel alone or with a group?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What three things do you always pack in your bag?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Answer one question. Give a reason or example for every answer.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Travel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to book a flight / accommodation / a rental car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to go sightseeing, backpacking, on a road trip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delay, cancellation, missed connection, jet lag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tour guide, itinerary, boarding pass, travel insurance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Use at least three words from the list during the speaking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Useful Phrases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I once visited... / I have never been to...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The best thing about it was...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I would love to go to... because...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In my opinion, the most relaxing holiday is...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If I had more money, I would...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Use these phrases to make your answers longer and more natural.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Task 1: Describe a Trip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Where did you go? When? Who with?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How did you travel there?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What did you do? What did you eat?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What was the best moment? Was there anything bad?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Would you recommend this place? Why or why not?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Speak for 90 seconds. Your partner asks one follow-up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Task 2: Compare Holidays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Adventure holiday vs relaxing beach holiday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Package tour vs independent travel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Camping vs luxury hotel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Staycation vs trip abroad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Discuss in pairs. Say which you prefer and give two reasons.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Task 3: Travel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Your flight is cancelled at midnight.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You lose your passport in a foreign country.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Your hotel room is dirty and noisy.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You miss the last train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Choose a problem. Explain it to your partner. Your partner gives advice.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Task 4: Dream Destination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Choose a country or city you have never visited.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Explain why you want to go there.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What activities would you do?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How long would you stay?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What could go wrong, and how would you prepare?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Plan your dream trip. Then tell your group. They can ask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Exam Tip: Keep Talking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Avoid short answers. Add detail, reasons and examples.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Use linking words: however, although, because, in addition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Ask your partner questions too — conversation is two-way.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Do not worry about perfect grammar. Fluency matters at B1.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Try to speak without long pauses. It is OK to correct yourself.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Wrap-Up &amp;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Write a short travel review (150 words) of your favourite place.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Include: transport, accommodation, activities, recommendation.</a:t>
            </a:r>
          </a:p>
          <a:p>
            <a:pPr>
              <a:spcAft>
                <a:spcPts val="1800"/>
              </a:spcAft>
              <a:defRPr sz="2600">
                <a:solidFill>
                  <a:srgbClr val="E2E8F0"/>
                </a:solidFill>
              </a:defRPr>
            </a:pPr>
            <a:r>
              <a:t>Bring it to the next lesson to share with the class.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Good luck and happy travels! 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B923C"/>
                </a:solidFill>
              </a:defRPr>
            </a:pPr>
            <a:r>
              <a:t>Grammar Focus: While vs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E2E8F0"/>
                </a:solidFill>
              </a:defRPr>
            </a:pPr>
            <a:r>
              <a:t>While = simultaneity or contrast: 'I read while waiting.' / 'While it is expensive, it is worth it.'</a:t>
            </a:r>
          </a:p>
          <a:p>
            <a:pPr>
              <a:spcAft>
                <a:spcPts val="1400"/>
              </a:spcAft>
              <a:defRPr sz="2400">
                <a:solidFill>
                  <a:srgbClr val="E2E8F0"/>
                </a:solidFill>
              </a:defRPr>
            </a:pPr>
            <a:r>
              <a:t>Because = direct cause and effect: 'I stayed home because it was raining.'</a:t>
            </a:r>
          </a:p>
          <a:p>
            <a:pPr>
              <a:spcAft>
                <a:spcPts val="1400"/>
              </a:spcAft>
              <a:defRPr sz="2400">
                <a:solidFill>
                  <a:srgbClr val="E2E8F0"/>
                </a:solidFill>
              </a:defRPr>
            </a:pPr>
            <a:r>
              <a:t>They are not interchangeable. Using 'while' for 'because' removes the causal link.</a:t>
            </a:r>
          </a:p>
          <a:p>
            <a:pPr>
              <a:spcAft>
                <a:spcPts val="1400"/>
              </a:spcAft>
              <a:defRPr sz="2400">
                <a:solidFill>
                  <a:srgbClr val="E2E8F0"/>
                </a:solidFill>
              </a:defRPr>
            </a:pPr>
            <a:r>
              <a:t>As can mean both 'while' (time) and 'because' (reason), but while never means 'because'.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34D399"/>
                </a:solidFill>
              </a:defRPr>
            </a:pPr>
            <a:r>
              <a:t>Try to use while and because correctly when you explain your travel choices.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